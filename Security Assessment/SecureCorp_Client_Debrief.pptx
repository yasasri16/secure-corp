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640080"/>
            <a:ext cx="2377440" cy="23774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5" name="Image 0" descr="/home/claude/deck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SecureCorp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 Engagement — Final Client Debrief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379476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6"/>
          <p:cNvSpPr txBox="1"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Yasasri Valluri, Junior Cybersecurity Consultant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468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Alvarez, IT Director, SecureCorp Inc.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453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99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Overview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09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objectives, and the lab environment tested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3500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deck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780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64261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assessment moved from discovery to remediation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826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deck/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1071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264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5753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controlled attacks and what they revealed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153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deck/icon_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3434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1970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Monitoring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5079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Wazuh caught automatically vs. manually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48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deck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276088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512978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5440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fixes SecureCorp can act on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authorized, isolated lab environment was built to represent SecureCorp's customer portal infrastructure.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694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4414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Environment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172.20.10.5 — security testing &amp; attack simulation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3192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1912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 / DVWA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4472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172.20.10.3 — vulnerable target system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3968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deck/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0690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9410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Server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1970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172.20.10.2 — centralized monitoring &amp; alerting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0" y="169164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20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Assessed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720840" y="242316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service discovery of the target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mapping and testing (DVWA)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brute-force testing (web, FTP, SSH)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 and Command Injection testing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 detection and investigation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system log analysis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remediation planning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repeatable, five-stage process connected every attack to a detection and a remediation.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26609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identified open ports &amp; services</a:t>
            </a:r>
            <a:endParaRPr lang="en-US" sz="1100" dirty="0"/>
          </a:p>
        </p:txBody>
      </p:sp>
      <p:pic>
        <p:nvPicPr>
          <p:cNvPr id="10" name="Image 1" descr="/home/claude/deck/icon_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3611880"/>
            <a:ext cx="118872" cy="1188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219456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4330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26609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3484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3337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017520" y="37490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controlled attacks against DVWA &amp; network services</a:t>
            </a:r>
            <a:endParaRPr lang="en-US" sz="1100" dirty="0"/>
          </a:p>
        </p:txBody>
      </p:sp>
      <p:pic>
        <p:nvPicPr>
          <p:cNvPr id="17" name="Image 3" descr="/home/claude/deck/icon_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611880"/>
            <a:ext cx="118872" cy="1188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219456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3786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deck/icon_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266090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2940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166360" y="3337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212080" y="37490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monitored for alerts in real time</a:t>
            </a:r>
            <a:endParaRPr lang="en-US" sz="1100" dirty="0"/>
          </a:p>
        </p:txBody>
      </p:sp>
      <p:pic>
        <p:nvPicPr>
          <p:cNvPr id="24" name="Image 5" descr="/home/claude/deck/icon_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611880"/>
            <a:ext cx="118872" cy="11887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23760" y="219456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93242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6" descr="/home/claude/deck/icon_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8724" y="2660904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82396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7360920" y="3337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7406640" y="37490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logs, timestamps &amp; source IPs</a:t>
            </a:r>
            <a:endParaRPr lang="en-US" sz="1100" dirty="0"/>
          </a:p>
        </p:txBody>
      </p:sp>
      <p:pic>
        <p:nvPicPr>
          <p:cNvPr id="31" name="Image 7" descr="/home/claude/deck/icon_arrowRigh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3611880"/>
            <a:ext cx="118872" cy="11887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18320" y="219456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12698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8" descr="/home/claude/deck/icon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3284" y="2660904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101852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9555480" y="3337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9601200" y="37490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prioritized into actionable fixes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required assessment activities succeeded against the lab target.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97680"/>
        </p:xfrm>
        <a:graphic>
          <a:graphicData uri="http://schemas.openxmlformats.org/drawingml/2006/table">
            <a:tbl>
              <a:tblPr/>
              <a:tblGrid>
                <a:gridCol w="2834640"/>
                <a:gridCol w="4663440"/>
                <a:gridCol w="1828800"/>
                <a:gridCol w="17373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Web Brute Force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admin:password recovered via Hydra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83C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5C9A"/>
                          </a:solidFill>
                        </a:rPr>
                        <a:t>Manual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SQL Injection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Full user table disclosed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5A"/>
                          </a:solidFill>
                        </a:rPr>
                        <a:t>Automatic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Cross-Site Scripting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Script executed in browser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83C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5C9A"/>
                          </a:solidFill>
                        </a:rPr>
                        <a:t>Manual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Command Injection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OS command chained via ';'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5C9A"/>
                          </a:solidFill>
                        </a:rPr>
                        <a:t>Manual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FTP Brute Force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Valid credentials recovered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83C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5A"/>
                          </a:solidFill>
                        </a:rPr>
                        <a:t>Automatic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SSH Brute Force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</a:rPr>
                        <a:t>Repeated auth failures detected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83C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5A"/>
                          </a:solidFill>
                        </a:rPr>
                        <a:t>Automatic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Critical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weaknesses pose the greatest risk to SecureCorp's data and server integrity.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deck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43400" y="214884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2900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crafted payload ( ' OR 1=1 ) bypassed the query logic and returned every user record in the database.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unauthorized disclosure, modification, or deletion of customer data.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automatically — Wazuh Rule 31104.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deck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2037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58400" y="214884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834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42900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';' onto a ping input allowed extra OS commands to run, returning www-data from whoami.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arbitrary command execution on the underlying server.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manual log review to confirm.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High-Risk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weaknesses across the portal and two remote-access services.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0783C"/>
          </a:solidFill>
          <a:ln/>
        </p:spPr>
      </p:sp>
      <p:pic>
        <p:nvPicPr>
          <p:cNvPr id="6" name="Image 0" descr="/home/claude/deck/icon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93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Brute Force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login attempts let Hydra recover admin:password against the customer portal in seconds.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E0783C"/>
          </a:solidFill>
          <a:ln/>
        </p:spPr>
      </p:sp>
      <p:pic>
        <p:nvPicPr>
          <p:cNvPr id="11" name="Image 1" descr="/home/claude/deck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396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93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&amp; stored payloads executed in the browser — a path to session or cookie theft.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0783C"/>
          </a:solidFill>
          <a:ln/>
        </p:spPr>
      </p:sp>
      <p:pic>
        <p:nvPicPr>
          <p:cNvPr id="16" name="Image 2" descr="/home/claude/deck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256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9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password guesses against a lab SSH account went unblocked — no lockout or delay stopped the attempts.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297680"/>
            <a:ext cx="548640" cy="548640"/>
          </a:xfrm>
          <a:prstGeom prst="ellipse">
            <a:avLst/>
          </a:prstGeom>
          <a:solidFill>
            <a:srgbClr val="E0783C"/>
          </a:solidFill>
          <a:ln/>
        </p:spPr>
      </p:sp>
      <p:pic>
        <p:nvPicPr>
          <p:cNvPr id="21" name="Image 3" descr="/home/claude/deck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4256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793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Brute Force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FTP service accepted unlimited authentication attempts over an unencrypted channel.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Monitoring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Wazuh's centralized logging caught half of the tested attacks automatically, in real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1E8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Automatically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(Rule 31104), FTP Brute Force (Rule 11451), SSH Brute Force (Rule 5760)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3E5C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2148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6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Manual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5204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Brute Force, Cross-Site Scripting, and Command Injection — found via Apache &amp; application log correlation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1828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/home/claude/deck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36" y="223113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181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3154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working — but not tuned for web-application attacks yet. 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Wazuh rules to cover brute-force login patterns, script-injection, and command-injection signatures would close the gap and shorten detection time for every remaining attack type.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 &amp;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technical findings mean for SecureCorp if left unaddressed.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5" name="Image 0" descr="/home/claude/deck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939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9476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&amp; data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194767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or manipulation of customer records could trigger breach-notification duties and reputational damage.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9" name="Image 1" descr="/home/claude/deck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0998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535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disruption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295351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web server could take the customer portal offline, affecting every customer and support workflow.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3" name="Image 2" descr="/home/claude/deck/icon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1056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593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compromise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4434840" y="395935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authentication anywhere — portal, SSH, or FTP — becomes a foothold for deeper network access.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7" name="Image 3" descr="/home/claude/deck/icon_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1114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9651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attack surface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496519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dozen unnecessary exposed services give attackers more ways in than the business requires.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fixes, grouped by urgency.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SQL Injection with parameterized queries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Command Injection — never pass input to OS commands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745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E078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passwords, rate limiting &amp; MFA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/ CSP to stop XSS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SSH; replace or restrict FTP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off unnecessary exposed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87452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8A93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control (RBAC)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tested backups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security-awareness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&amp; Path Forward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Wazuh monitoring is live and correctly ingesting authentication and web-server logs.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tested attacks generated real-time alerts with no manual effort.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backed by reproducible evidence — screenshots, logs, and timestamps.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10" name="Image 1" descr="/home/claude/deck/icon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99339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5146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the two critical application flaws first (SQL Injection, Command Injection).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MFA and rate limiting across the portal and remote-access services.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Wazuh rules so web-application attacks also alert automatically.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follow-up assessment once fixes are deployed.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— Security Assessment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371600"/>
            <a:ext cx="1005840" cy="1005840"/>
          </a:xfrm>
          <a:prstGeom prst="ellipse">
            <a:avLst/>
          </a:prstGeom>
          <a:solidFill>
            <a:srgbClr val="2A3576"/>
          </a:solidFill>
          <a:ln/>
        </p:spPr>
      </p:sp>
      <p:pic>
        <p:nvPicPr>
          <p:cNvPr id="4" name="Image 0" descr="/home/claude/deck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600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Yasasri Valluri  •  Junior Cybersecurity Consultant  •  SecureCorp Engagement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2026-09-15T22:19:20Z</dcterms:created>
  <dcterms:modified xsi:type="dcterms:W3CDTF">2026-09-15T22:19:20Z</dcterms:modified>
</cp:coreProperties>
</file>